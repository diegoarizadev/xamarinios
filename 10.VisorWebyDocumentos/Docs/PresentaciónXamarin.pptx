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9AD6F-8645-4D4D-BFC3-BD6DDBEA2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1CF8C6-2927-8F4F-AA85-5FDE978B4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5A3FC7-DF5F-C144-A3BF-8DB197C5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6732D0-94BA-0A44-B886-A1E99957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FB915D-EA8A-C247-8479-9A28ED1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012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B1B95-1B78-114D-845D-F1C2EB47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240781-EBB9-D14B-A7CC-667E88DF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E696A0-AB5E-8140-B278-0596D4EA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D028F5-3F6E-9145-8663-FC9FCD56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60602C-A721-3843-BB9E-F77D605C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142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46EF-5F86-104A-B19D-300956C9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2EAD0-4B8B-E049-B4A8-0049051EB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20C9B-906E-B944-904D-3072E672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13C2B-AC6E-2946-BD9A-7CF03D4C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6FC75E-E838-2C40-814C-F87D966F0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800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8CFBC-4C2E-E94B-BEA4-017EBA28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67A5C6-CEFB-E945-8FFF-2FDF46F95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88A934-6E7F-784D-90AA-A512E7751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0723EF-70B5-0948-8313-1A78AED0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0A33B7-812D-084C-865F-9079662B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5A2D67-91AF-F245-B956-BC5815ED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759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64C1A-6A2A-D742-B6A0-824421EF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5A0C53-3EBF-D44C-A285-B29787FCA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7F2FA3-5D3B-5A4E-A0E1-757373691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D7C661-89B8-3A41-838A-4F516888E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8ADD42-FBF5-CB4A-A472-443EC8CB6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1AB0D2-FF61-7E4C-9D7D-C26F1DDD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FD13F3-1FF9-DD43-AEB4-17CC7468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688EDF-D519-8241-BF16-29AF839B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031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C1FCE-21AE-CE4A-B80F-185E2825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9CAA4B-190F-9144-BA1D-EC98EF49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CBE058-ABDC-C64E-BAE2-2DD44045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75C653-5C4C-2048-BDBC-EAE19C66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27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9E050-2E88-834D-840D-87C3ACBB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B11F94-89B8-3645-86A3-39D798D6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3D3A59-2026-6D40-BDA2-A36886FD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270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DD7EA-49A9-E247-9E74-39B2157F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FC5C66-7FDD-AB4B-AAF6-E17041E5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8B83FB-A66A-1040-8482-B2D850DD4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53CFF3-3AB7-5245-B07D-D3D50608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01DBBF-0049-0346-BCF0-E2CEE7C1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558FB0-51CE-3C40-A590-8B90DC25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281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4D186-A6DF-2F4C-A3E6-85E51DE8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58A464-CE36-BF4A-8705-134208FDA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FDD35-64E3-944E-AD7D-F6261424C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C48F2E-ED82-4641-B53E-CD3566D7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CEFA60-EBEC-3A48-B8A1-BFDA5EF0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762903-02C8-964F-A4C1-D12ABB48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200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F97CC-ADFA-614E-8965-AAC86B9A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AD2483-E896-0D41-BB38-95B5BE31C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5652CA-C1B4-A04D-887A-B0C2E2BC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F8542B-3B9B-6E42-971D-06D5CFF4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F29009-EA5A-FB45-BF7C-1D058E41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960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F318B2-6F1F-DF4A-B0C9-93A2198BE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932B0-9483-5341-BC4B-BFB6A315D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7032ED-512C-554F-A730-3E35275A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32121-EDB3-1746-8E00-4D777D26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D53E99-AA05-FD4E-B8DF-2D7F1882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110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869963-F311-FD4B-8D2E-16CF9DAB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3B96F7-BD94-5942-B404-3BE4DEA0C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34E5DB-1441-7842-B524-22703D455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E37EB-C8C9-3A44-A6B6-59D4272EF2E8}" type="datetimeFigureOut">
              <a:rPr lang="es-CO" smtClean="0"/>
              <a:t>10/09/19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53B73-2D75-A04B-ABCA-13F40DCB4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40D7A3-C903-2749-B856-6AFCCBC73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5911-BAF6-CF4A-AE7F-027994261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851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641F0-FD32-614D-9D35-44BE08696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Este es un archivo de Power Point para el proyecto de IOS Xamarin.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D87A5-DD40-6946-8121-4B7537E2A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/>
              <a:t>@N0rf3n</a:t>
            </a:r>
          </a:p>
        </p:txBody>
      </p:sp>
    </p:spTree>
    <p:extLst>
      <p:ext uri="{BB962C8B-B14F-4D97-AF65-F5344CB8AC3E}">
        <p14:creationId xmlns:p14="http://schemas.microsoft.com/office/powerpoint/2010/main" val="17821992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Este es un archivo de Power Point para el proyecto de IOS Xamarin.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Este es un archivo de Power Point para el proyecto de IOS Xamarin.</dc:title>
  <dc:creator>Microsoft Office User</dc:creator>
  <cp:lastModifiedBy>Microsoft Office User</cp:lastModifiedBy>
  <cp:revision>1</cp:revision>
  <dcterms:created xsi:type="dcterms:W3CDTF">2019-09-11T02:48:59Z</dcterms:created>
  <dcterms:modified xsi:type="dcterms:W3CDTF">2019-09-11T02:49:31Z</dcterms:modified>
</cp:coreProperties>
</file>